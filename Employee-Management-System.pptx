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 Bold" panose="020B0604020202020204" charset="0"/>
      <p:regular r:id="rId20"/>
    </p:embeddedFont>
    <p:embeddedFont>
      <p:font typeface="Inter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8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5" Type="http://schemas.openxmlformats.org/officeDocument/2006/relationships/image" Target="../media/image5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6.svg"/><Relationship Id="rId13" Type="http://schemas.openxmlformats.org/officeDocument/2006/relationships/image" Target="../media/image14.png"/><Relationship Id="rId18" Type="http://schemas.openxmlformats.org/officeDocument/2006/relationships/image" Target="../media/image-5-16.svg"/><Relationship Id="rId3" Type="http://schemas.openxmlformats.org/officeDocument/2006/relationships/image" Target="../media/image9.png"/><Relationship Id="rId21" Type="http://schemas.openxmlformats.org/officeDocument/2006/relationships/image" Target="../media/image18.png"/><Relationship Id="rId7" Type="http://schemas.openxmlformats.org/officeDocument/2006/relationships/image" Target="../media/image11.png"/><Relationship Id="rId12" Type="http://schemas.openxmlformats.org/officeDocument/2006/relationships/image" Target="../media/image-5-10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-5-14.svg"/><Relationship Id="rId20" Type="http://schemas.openxmlformats.org/officeDocument/2006/relationships/image" Target="../media/image-5-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image" Target="../media/image-5-8.svg"/><Relationship Id="rId19" Type="http://schemas.openxmlformats.org/officeDocument/2006/relationships/image" Target="../media/image17.png"/><Relationship Id="rId4" Type="http://schemas.openxmlformats.org/officeDocument/2006/relationships/image" Target="../media/image-5-2.svg"/><Relationship Id="rId9" Type="http://schemas.openxmlformats.org/officeDocument/2006/relationships/image" Target="../media/image12.png"/><Relationship Id="rId14" Type="http://schemas.openxmlformats.org/officeDocument/2006/relationships/image" Target="../media/image-5-12.svg"/><Relationship Id="rId22" Type="http://schemas.openxmlformats.org/officeDocument/2006/relationships/image" Target="../media/image-5-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File Handling Project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275336"/>
            <a:ext cx="150729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331990"/>
            <a:ext cx="18900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63222" y="4275336"/>
            <a:ext cx="151076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86296" y="4358382"/>
            <a:ext cx="18935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GUNJAN DAHALE</a:t>
            </a:r>
            <a:endParaRPr lang="en-US" sz="1150" dirty="0"/>
          </a:p>
        </p:txBody>
      </p:sp>
      <p:sp>
        <p:nvSpPr>
          <p:cNvPr id="11" name="Shape 4"/>
          <p:cNvSpPr/>
          <p:nvPr/>
        </p:nvSpPr>
        <p:spPr>
          <a:xfrm>
            <a:off x="1822301" y="4975324"/>
            <a:ext cx="151076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97286" y="4619129"/>
            <a:ext cx="1225015" cy="3593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3000"/>
              </a:lnSpc>
            </a:pPr>
            <a:r>
              <a:rPr lang="en-US" sz="1450" dirty="0" smtClean="0">
                <a:latin typeface="Inter" panose="020B0604020202020204" charset="0"/>
                <a:ea typeface="Inter" panose="020B0604020202020204" charset="0"/>
              </a:rPr>
              <a:t>Guided by -</a:t>
            </a:r>
            <a:endParaRPr lang="en-US" sz="145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2046228" y="5058025"/>
            <a:ext cx="18935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 smtClean="0">
                <a:solidFill>
                  <a:srgbClr val="4950BC"/>
                </a:solidFill>
                <a:latin typeface="Inter" pitchFamily="34" charset="0"/>
                <a:ea typeface="Inter" pitchFamily="34" charset="-122"/>
              </a:rPr>
              <a:t>ATHARVA SIR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2690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80101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Management System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console-based Python application designed to help organizations maintain employee records efficiently — without the complexity of a traditional database.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920901"/>
            <a:ext cx="3053877" cy="1719362"/>
          </a:xfrm>
          <a:prstGeom prst="roundRect">
            <a:avLst>
              <a:gd name="adj" fmla="val 461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311626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Console-Based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52494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Menu-driven interface for intuitive navigation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920901"/>
            <a:ext cx="3053976" cy="1719362"/>
          </a:xfrm>
          <a:prstGeom prst="roundRect">
            <a:avLst>
              <a:gd name="adj" fmla="val 461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311626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Storage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524945"/>
            <a:ext cx="2663262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persisted in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employees.txt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attendance.txt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2927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502463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Python-Powered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3331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entirely with core Python concepts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03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390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addresses key data management challenges faced by small organizations, replacing manual paperwork with a structured, automated approach.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656483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7074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Storage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67942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employee information reliably in structured text files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13915" y="2656483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327074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Attendance Tracking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367942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accurate daily attendance records per employee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359870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97413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 Reports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61475" y="5382816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and calculate total salary expenditure automatically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13915" y="4359870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3915" y="497413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Operations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213915" y="538281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update, and delete employee records with ease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11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1977132"/>
            <a:ext cx="6565736" cy="3720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7270" y="1519734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Language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17270" y="1970782"/>
            <a:ext cx="351920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chosen for its simplicity, readability, and powerful built-in capabilities for file and data manipulation.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17270" y="3261717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Concepts Applied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17270" y="3712766"/>
            <a:ext cx="3519201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&amp; Conditional Statements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Loops &amp; Lists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Handling (Read/Write)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 Operations &amp; OS Module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17270" y="5182592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Files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017270" y="5633641"/>
            <a:ext cx="3519201" cy="6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employees.txt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employee records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attendance.txt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attendance logs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07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6869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integrated features cover the full employee lifecycle — from onboarding to payroll.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420614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654" y="1549797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1954" y="1651099"/>
            <a:ext cx="165790" cy="165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654" y="1998067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 Employee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35732" y="1420614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4912" y="1549797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66212" y="1651099"/>
            <a:ext cx="165790" cy="1657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4912" y="1998067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 Employees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61475" y="2399010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0654" y="2528193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1954" y="2629495"/>
            <a:ext cx="165790" cy="1657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0654" y="2976463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Employee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35732" y="2399010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64912" y="2528193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366212" y="2629495"/>
            <a:ext cx="165790" cy="1657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4912" y="2976463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Employee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61475" y="3377406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0654" y="3506589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91954" y="3607891"/>
            <a:ext cx="165790" cy="1657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0654" y="3954859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 Employee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35732" y="3377406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64912" y="3506589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366212" y="3607891"/>
            <a:ext cx="165790" cy="16579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64912" y="3954859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Dept. Wise List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61475" y="4355802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90654" y="4484985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91954" y="4586288"/>
            <a:ext cx="165790" cy="16579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0654" y="4933255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 Attendance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135732" y="4355802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264912" y="4484985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366212" y="4586288"/>
            <a:ext cx="165790" cy="16579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264912" y="4933255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 Attendance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61475" y="5334198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90654" y="5463381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891954" y="5564684"/>
            <a:ext cx="165790" cy="16579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90654" y="5911652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Salary Report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6135732" y="5334198"/>
            <a:ext cx="5394488" cy="898624"/>
          </a:xfrm>
          <a:prstGeom prst="roundRect">
            <a:avLst>
              <a:gd name="adj" fmla="val 5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264912" y="5463381"/>
            <a:ext cx="368489" cy="368498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>
            <a:off x="6366212" y="5564684"/>
            <a:ext cx="165790" cy="16579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264912" y="5911652"/>
            <a:ext cx="513612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Exit System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745"/>
            <a:ext cx="10868745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Workflow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10494"/>
            <a:ext cx="10868745" cy="521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follows a clear, loop-driven menu structure. Each operation reads from or writes to text files before returning control to the main menu.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3" y="2106513"/>
            <a:ext cx="9994551" cy="3750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3992" y="4801321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Read/Write Files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74179" y="4801321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 Operation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84689" y="4801321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Option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495200" y="4946521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Menu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64411" y="4946521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475" y="6031309"/>
            <a:ext cx="11478330" cy="260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linear, repeatable flow ensures the system remains responsive and data changes are persisted immediately after each operation.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493755" y="219808"/>
            <a:ext cx="409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Main Menu of Project :-</a:t>
            </a:r>
            <a:endParaRPr lang="en-IN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79" y="678014"/>
            <a:ext cx="4183112" cy="247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6331" y="3226777"/>
            <a:ext cx="405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2) View Employee :-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79" y="3667400"/>
            <a:ext cx="4140536" cy="25031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276" y="219808"/>
            <a:ext cx="648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Search Employee :-</a:t>
            </a:r>
            <a:endParaRPr lang="en-IN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276" y="652330"/>
            <a:ext cx="4495801" cy="25119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9825" y="3226777"/>
            <a:ext cx="648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 Attendance :-</a:t>
            </a:r>
            <a:endParaRPr lang="en-IN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617" y="3667400"/>
            <a:ext cx="4510460" cy="2503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30409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4" y="380972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4" y="434494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4657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15" y="844279"/>
            <a:ext cx="4396940" cy="18096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8892" y="415374"/>
            <a:ext cx="3305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Salary Report :-</a:t>
            </a:r>
            <a:endParaRPr lang="en-IN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476" y="828666"/>
            <a:ext cx="4272263" cy="18252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65268" y="415374"/>
            <a:ext cx="2137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Attendance.txt File :-</a:t>
            </a:r>
            <a:endParaRPr lang="en-IN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198" y="3790110"/>
            <a:ext cx="7179268" cy="16259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52566" y="3244334"/>
            <a:ext cx="1981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Employee.txt </a:t>
            </a:r>
            <a:r>
              <a:rPr lang="en-IN" u="sn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File :-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395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438077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Management System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demonstrates practical use of Python — functions, file handling, loops, and the OS module — to manage employee records, attendance, and salary reports through a clean menu-driven interface.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860377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866727"/>
            <a:ext cx="3142080" cy="13915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305573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Skills Applied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3464421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Functions, file handling, loops, OS module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866727"/>
            <a:ext cx="3142080" cy="1391543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866727"/>
            <a:ext cx="25399" cy="1391543"/>
          </a:xfrm>
          <a:prstGeom prst="roundRect">
            <a:avLst>
              <a:gd name="adj" fmla="val 312562"/>
            </a:avLst>
          </a:prstGeom>
          <a:solidFill>
            <a:srgbClr val="C0C1D7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305573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It Achieves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3464421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records, attendance &amp; salary management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4258270"/>
            <a:ext cx="6284160" cy="1089124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4258270"/>
            <a:ext cx="6284160" cy="25400"/>
          </a:xfrm>
          <a:prstGeom prst="roundRect">
            <a:avLst>
              <a:gd name="adj" fmla="val 312550"/>
            </a:avLst>
          </a:prstGeom>
          <a:solidFill>
            <a:srgbClr val="C0C1D7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444728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485596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integration and database support for scalability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233360" y="5566370"/>
            <a:ext cx="25399" cy="727670"/>
          </a:xfrm>
          <a:prstGeom prst="roundRect">
            <a:avLst>
              <a:gd name="adj" fmla="val 60001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5516821" y="5778996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Questions are welcome.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6537</TotalTime>
  <Words>387</Words>
  <Application>Microsoft Office PowerPoint</Application>
  <PresentationFormat>Widescreen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Consolas</vt:lpstr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Lenovo</cp:lastModifiedBy>
  <cp:revision>8</cp:revision>
  <dcterms:created xsi:type="dcterms:W3CDTF">2026-07-17T09:03:31Z</dcterms:created>
  <dcterms:modified xsi:type="dcterms:W3CDTF">2026-07-28T10:16:49Z</dcterms:modified>
</cp:coreProperties>
</file>